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DF2"/>
    <a:srgbClr val="F1F2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/>
    <p:restoredTop sz="94694"/>
  </p:normalViewPr>
  <p:slideViewPr>
    <p:cSldViewPr snapToGrid="0" snapToObjects="1" showGuides="1">
      <p:cViewPr varScale="1">
        <p:scale>
          <a:sx n="117" d="100"/>
          <a:sy n="117" d="100"/>
        </p:scale>
        <p:origin x="544" y="168"/>
      </p:cViewPr>
      <p:guideLst>
        <p:guide orient="horz" pos="2160"/>
        <p:guide pos="40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9FB3C-C469-D14B-91AE-49E93B41964B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9DE3F-8476-A74C-9864-303330109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0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DB33-CA1F-B047-8720-64B877793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C4FB0-D172-1B4B-990F-3B7326D56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55CEF-B9AE-A242-972C-F816C083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B4DEA-97CB-6E4B-9F25-7EAB9087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01896-DB2E-A94A-A4E9-AFBAF6CA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3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63FE-0512-1243-A450-2763549D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CFD5E-DBAA-D84A-A2E7-AD9073437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DBE8A-EC1F-AB43-856D-A8873A49C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ED57E-B505-E24D-B136-DBF4806D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F4D2B-4BE4-5B48-8A80-80BCD5B0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8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346A-CD7F-D945-8CE4-1470BDACF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B09BB-F0AE-6F48-A032-A99F63FC7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43BB1-82EB-144C-80F7-5E445672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6F59E-6F65-6E4F-99BD-D10E80D6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63B1D-4F8F-EC43-A922-C56D7B36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2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2CD8-97B4-BE49-9997-E57F7F7F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0B5D-DCEA-1043-B4D3-CC6A721DB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E2F2-AC17-184A-9EA2-4327E2987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A1E2C-2979-6A40-AD1F-F5FA39E8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C7601-8BC2-1940-B622-25EBD7F0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278A2-4CC2-4C4A-90B4-58EF6EE3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8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D473-D05B-2C41-87F8-F3DFA4223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36181-C78A-6C42-819F-040329C76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E7747-14B5-3546-BB71-F902A2818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76989-445B-5446-A6DC-92656C573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C8B4A-E1B2-5C45-80CF-76979CDC0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946E79-9781-3043-B715-9A0137EF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78AB1-04C3-0648-B2A2-5B66076A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B9D65-09EA-9E46-AE6F-9755AF3E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5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F55E-8155-6642-ACE5-E0B3A777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052C6-5534-8F41-8D0C-43427427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5B489-4953-9447-9877-23BF6CD8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9C97A-1CB8-F748-AA56-9B40E2E3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9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5BA60-1749-1940-9DB9-8AA674B5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0873B-ABA4-534F-98C2-249D963D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EB57A-4926-B54E-8F8F-AE48BE1F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1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9AA5-5AE1-7848-A372-E945E891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49E02-A551-CB46-91CB-3B33CC10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FE7BE-EE2B-074D-A58D-6C06F0750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EBF3C-A7A0-C04B-9CCC-DE39129D7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D5603-0520-5F40-A5C6-A11D051C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2EA1B-A896-2C44-A453-22482B9D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4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38C9-89F1-F140-828E-8AC8648D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CBD13-88F2-554D-AEB0-2BA63E6CF1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D19EF-C4AA-B945-853A-95A477E5F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E95C8-EEB3-874F-86D6-BC826067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B0748-A71E-B24B-B4E1-AC64D73C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5C616-9899-234E-8AEE-5A04B062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2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BAC27-4FA0-0748-BF3E-4BCEF879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E459D-13A9-B148-B242-C9042B564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7DF6-DA79-704E-AFFB-21E3B1DE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976C9-4077-234D-A770-2687814D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A695A-5069-2445-A3F6-F91B70B7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9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94AB4-AF8C-CA44-AB48-B16660715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810FD-2700-2D44-927D-5EE53F086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646C9-4F0E-8243-B134-1281072E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ADBCA-6F5A-B448-8DE2-A9139D7F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26697-DBEF-EE49-95C7-02B71AF2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1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18E2F-1FF0-C743-BA1D-F38E55420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61F25-4282-644C-AC9D-F9BED72AE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49FE5-BAA1-CF47-B06A-23C773D4D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41E4C-B962-1F43-A50A-C689BB2B86E3}" type="datetimeFigureOut">
              <a:rPr lang="en-US" smtClean="0"/>
              <a:t>11/19/24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CF384-808C-E548-AD33-F98F4C71C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4286-8A62-044D-B71F-BC8464C32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19F60-9183-314D-BD3E-FBBC11F3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ircuit board&#10;&#10;Description automatically generated">
            <a:extLst>
              <a:ext uri="{FF2B5EF4-FFF2-40B4-BE49-F238E27FC236}">
                <a16:creationId xmlns:a16="http://schemas.microsoft.com/office/drawing/2014/main" id="{EFFC98A3-4EAB-CD45-823F-67BDCD1E775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2"/>
          <a:srcRect l="34490" t="27167" r="35628" b="29427"/>
          <a:stretch/>
        </p:blipFill>
        <p:spPr>
          <a:xfrm rot="16200000">
            <a:off x="5138071" y="1024906"/>
            <a:ext cx="2301489" cy="2506698"/>
          </a:xfrm>
        </p:spPr>
      </p:pic>
      <p:pic>
        <p:nvPicPr>
          <p:cNvPr id="25" name="Content Placeholder 5" descr="A circuit board&#10;&#10;Description automatically generated">
            <a:extLst>
              <a:ext uri="{FF2B5EF4-FFF2-40B4-BE49-F238E27FC236}">
                <a16:creationId xmlns:a16="http://schemas.microsoft.com/office/drawing/2014/main" id="{3E5F7C88-84C3-9345-8077-3C62666B3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616" y="4104574"/>
            <a:ext cx="3307915" cy="2480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ECC36E-FEE3-474E-B3EA-7B97D05D4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899552" y="1740211"/>
            <a:ext cx="5740400" cy="3587750"/>
          </a:xfrm>
          <a:prstGeom prst="rect">
            <a:avLst/>
          </a:prstGeom>
        </p:spPr>
      </p:pic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430D90FE-257A-864C-AC7C-0444A21612ED}"/>
              </a:ext>
            </a:extLst>
          </p:cNvPr>
          <p:cNvCxnSpPr>
            <a:cxnSpLocks/>
          </p:cNvCxnSpPr>
          <p:nvPr/>
        </p:nvCxnSpPr>
        <p:spPr>
          <a:xfrm>
            <a:off x="2326037" y="1342776"/>
            <a:ext cx="2388833" cy="1619658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ED0EB4F-9D7E-B74A-B9E9-EBE756C0ACB1}"/>
              </a:ext>
            </a:extLst>
          </p:cNvPr>
          <p:cNvCxnSpPr>
            <a:cxnSpLocks/>
          </p:cNvCxnSpPr>
          <p:nvPr/>
        </p:nvCxnSpPr>
        <p:spPr>
          <a:xfrm>
            <a:off x="2326037" y="1600946"/>
            <a:ext cx="2388832" cy="913463"/>
          </a:xfrm>
          <a:prstGeom prst="bentConnector3">
            <a:avLst>
              <a:gd name="adj1" fmla="val 44418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54F75D6-33B8-0845-AA24-8E423B65EFA9}"/>
              </a:ext>
            </a:extLst>
          </p:cNvPr>
          <p:cNvCxnSpPr>
            <a:cxnSpLocks/>
          </p:cNvCxnSpPr>
          <p:nvPr/>
        </p:nvCxnSpPr>
        <p:spPr>
          <a:xfrm flipV="1">
            <a:off x="1852300" y="2656352"/>
            <a:ext cx="2877136" cy="2181757"/>
          </a:xfrm>
          <a:prstGeom prst="bentConnector3">
            <a:avLst/>
          </a:prstGeom>
          <a:ln w="317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A8E326B-C3ED-4541-8BEB-B790DE79B25C}"/>
              </a:ext>
            </a:extLst>
          </p:cNvPr>
          <p:cNvSpPr txBox="1"/>
          <p:nvPr/>
        </p:nvSpPr>
        <p:spPr>
          <a:xfrm>
            <a:off x="2128983" y="1342776"/>
            <a:ext cx="1606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F1F2E6"/>
                </a:highlight>
              </a:rPr>
              <a:t>Connect to GND Pin</a:t>
            </a: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8674F0D5-F527-D947-AE7F-894BA1CCA1A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8130" y="2219254"/>
            <a:ext cx="3475293" cy="2952426"/>
          </a:xfrm>
          <a:prstGeom prst="bentConnector3">
            <a:avLst>
              <a:gd name="adj1" fmla="val 1031"/>
            </a:avLst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AC300D2-386D-0649-A0B7-DD7649C4F597}"/>
              </a:ext>
            </a:extLst>
          </p:cNvPr>
          <p:cNvSpPr txBox="1"/>
          <p:nvPr/>
        </p:nvSpPr>
        <p:spPr>
          <a:xfrm>
            <a:off x="7659437" y="1403438"/>
            <a:ext cx="1771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Connect 2 wires to door controller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CEE770-5901-7B48-B071-DBB1F60C850F}"/>
              </a:ext>
            </a:extLst>
          </p:cNvPr>
          <p:cNvSpPr txBox="1"/>
          <p:nvPr/>
        </p:nvSpPr>
        <p:spPr>
          <a:xfrm>
            <a:off x="6096000" y="5510442"/>
            <a:ext cx="232567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Use the same connection as your  existing garage door switch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8AFA43-6BA5-5F45-AEE4-669CEECD6E3A}"/>
              </a:ext>
            </a:extLst>
          </p:cNvPr>
          <p:cNvSpPr txBox="1"/>
          <p:nvPr/>
        </p:nvSpPr>
        <p:spPr>
          <a:xfrm>
            <a:off x="3569316" y="47884"/>
            <a:ext cx="5777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Garage Door Relay Switch Connections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4057E13-AB16-5445-8603-3E5594B3F8D9}"/>
              </a:ext>
            </a:extLst>
          </p:cNvPr>
          <p:cNvSpPr/>
          <p:nvPr/>
        </p:nvSpPr>
        <p:spPr>
          <a:xfrm>
            <a:off x="8326997" y="4247535"/>
            <a:ext cx="1657661" cy="940237"/>
          </a:xfrm>
          <a:custGeom>
            <a:avLst/>
            <a:gdLst>
              <a:gd name="connsiteX0" fmla="*/ 1965772 w 1965772"/>
              <a:gd name="connsiteY0" fmla="*/ 971291 h 971291"/>
              <a:gd name="connsiteX1" fmla="*/ 1501198 w 1965772"/>
              <a:gd name="connsiteY1" fmla="*/ 396104 h 971291"/>
              <a:gd name="connsiteX2" fmla="*/ 129598 w 1965772"/>
              <a:gd name="connsiteY2" fmla="*/ 34769 h 971291"/>
              <a:gd name="connsiteX3" fmla="*/ 136972 w 1965772"/>
              <a:gd name="connsiteY3" fmla="*/ 34769 h 97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5772" h="971291">
                <a:moveTo>
                  <a:pt x="1965772" y="971291"/>
                </a:moveTo>
                <a:cubicBezTo>
                  <a:pt x="1886499" y="761741"/>
                  <a:pt x="1807227" y="552191"/>
                  <a:pt x="1501198" y="396104"/>
                </a:cubicBezTo>
                <a:cubicBezTo>
                  <a:pt x="1195169" y="240017"/>
                  <a:pt x="356969" y="94992"/>
                  <a:pt x="129598" y="34769"/>
                </a:cubicBezTo>
                <a:cubicBezTo>
                  <a:pt x="-97773" y="-25454"/>
                  <a:pt x="19599" y="4657"/>
                  <a:pt x="136972" y="34769"/>
                </a:cubicBezTo>
              </a:path>
            </a:pathLst>
          </a:cu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04B7D-20A8-0F4D-AF53-A2B0C287E2F5}"/>
              </a:ext>
            </a:extLst>
          </p:cNvPr>
          <p:cNvSpPr txBox="1"/>
          <p:nvPr/>
        </p:nvSpPr>
        <p:spPr>
          <a:xfrm>
            <a:off x="6453826" y="3836705"/>
            <a:ext cx="1898981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Shielded solid copper wire from terminal strip to door controller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E79624-E736-494B-B7E1-E7F5DDE0A5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03690" y="2466047"/>
            <a:ext cx="3177505" cy="2756629"/>
          </a:xfrm>
          <a:prstGeom prst="bentConnector3">
            <a:avLst>
              <a:gd name="adj1" fmla="val 742"/>
            </a:avLst>
          </a:prstGeom>
          <a:ln w="317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6C08FA-3FF5-4743-B1CC-35F9E69B27AB}"/>
              </a:ext>
            </a:extLst>
          </p:cNvPr>
          <p:cNvSpPr txBox="1"/>
          <p:nvPr/>
        </p:nvSpPr>
        <p:spPr>
          <a:xfrm>
            <a:off x="4666895" y="2836875"/>
            <a:ext cx="445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VCC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64A19-2F02-8740-89A5-FD97126D3948}"/>
              </a:ext>
            </a:extLst>
          </p:cNvPr>
          <p:cNvSpPr txBox="1"/>
          <p:nvPr/>
        </p:nvSpPr>
        <p:spPr>
          <a:xfrm>
            <a:off x="4645518" y="2382834"/>
            <a:ext cx="507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GND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42D4AE-F035-F643-AAB4-D25AEF67B8C6}"/>
              </a:ext>
            </a:extLst>
          </p:cNvPr>
          <p:cNvSpPr txBox="1"/>
          <p:nvPr/>
        </p:nvSpPr>
        <p:spPr>
          <a:xfrm>
            <a:off x="4645518" y="2542220"/>
            <a:ext cx="507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IN1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ED076F-2E68-B347-8E8F-F9CEA9E88EE6}"/>
              </a:ext>
            </a:extLst>
          </p:cNvPr>
          <p:cNvSpPr txBox="1"/>
          <p:nvPr/>
        </p:nvSpPr>
        <p:spPr>
          <a:xfrm>
            <a:off x="4657370" y="2680719"/>
            <a:ext cx="507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IN2</a:t>
            </a:r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011ED9-B2C6-FD47-990D-DBC29604082F}"/>
              </a:ext>
            </a:extLst>
          </p:cNvPr>
          <p:cNvSpPr/>
          <p:nvPr/>
        </p:nvSpPr>
        <p:spPr>
          <a:xfrm>
            <a:off x="239924" y="4914902"/>
            <a:ext cx="474446" cy="1469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D9034C-75D9-0F4C-959A-9F7C88A4DE54}"/>
              </a:ext>
            </a:extLst>
          </p:cNvPr>
          <p:cNvSpPr txBox="1"/>
          <p:nvPr/>
        </p:nvSpPr>
        <p:spPr>
          <a:xfrm>
            <a:off x="90674" y="4607276"/>
            <a:ext cx="1283801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Garage Door Switch to GPIO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2B666-4D24-3535-3DC3-31B2089BB56E}"/>
              </a:ext>
            </a:extLst>
          </p:cNvPr>
          <p:cNvSpPr txBox="1"/>
          <p:nvPr/>
        </p:nvSpPr>
        <p:spPr>
          <a:xfrm>
            <a:off x="2128983" y="1090175"/>
            <a:ext cx="16989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Connect to 5v Pin </a:t>
            </a:r>
          </a:p>
        </p:txBody>
      </p:sp>
    </p:spTree>
    <p:extLst>
      <p:ext uri="{BB962C8B-B14F-4D97-AF65-F5344CB8AC3E}">
        <p14:creationId xmlns:p14="http://schemas.microsoft.com/office/powerpoint/2010/main" val="3621247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 descr="A close up of a computer&#10;&#10;Description automatically generated">
            <a:extLst>
              <a:ext uri="{FF2B5EF4-FFF2-40B4-BE49-F238E27FC236}">
                <a16:creationId xmlns:a16="http://schemas.microsoft.com/office/drawing/2014/main" id="{9BCFBFB5-77FE-D24A-859B-005922E22423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2"/>
          <a:srcRect l="9762" r="26571"/>
          <a:stretch/>
        </p:blipFill>
        <p:spPr>
          <a:xfrm rot="5400000">
            <a:off x="8441439" y="329326"/>
            <a:ext cx="3056394" cy="36001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0AE814-F94F-1649-9E16-49527AC97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45015" y="1677531"/>
            <a:ext cx="5740400" cy="3587750"/>
          </a:xfrm>
          <a:prstGeom prst="rect">
            <a:avLst/>
          </a:prstGeom>
        </p:spPr>
      </p:pic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8B7B5BC2-CD65-FC4D-9493-9DF2FCD6CB0D}"/>
              </a:ext>
            </a:extLst>
          </p:cNvPr>
          <p:cNvCxnSpPr>
            <a:cxnSpLocks/>
          </p:cNvCxnSpPr>
          <p:nvPr/>
        </p:nvCxnSpPr>
        <p:spPr>
          <a:xfrm flipV="1">
            <a:off x="2687904" y="2636305"/>
            <a:ext cx="6671996" cy="372374"/>
          </a:xfrm>
          <a:prstGeom prst="bentConnector3">
            <a:avLst>
              <a:gd name="adj1" fmla="val 44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C3AEA0E-124C-8E4E-B754-F6F90C4F4B2B}"/>
              </a:ext>
            </a:extLst>
          </p:cNvPr>
          <p:cNvSpPr/>
          <p:nvPr/>
        </p:nvSpPr>
        <p:spPr>
          <a:xfrm>
            <a:off x="2585034" y="3044705"/>
            <a:ext cx="248920" cy="23189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21728-0D8A-0241-9D96-A44F7CBDBA0B}"/>
              </a:ext>
            </a:extLst>
          </p:cNvPr>
          <p:cNvSpPr txBox="1"/>
          <p:nvPr/>
        </p:nvSpPr>
        <p:spPr>
          <a:xfrm>
            <a:off x="969623" y="3006527"/>
            <a:ext cx="1412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Connect to 3.3v Pin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BBE99829-55DD-DA48-AE6F-D7443864FF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6100" y="2587318"/>
            <a:ext cx="7406640" cy="574982"/>
          </a:xfrm>
          <a:prstGeom prst="bentConnector3">
            <a:avLst>
              <a:gd name="adj1" fmla="val -44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201BF6A-7A1F-5A44-BA2E-076423DBFBC9}"/>
              </a:ext>
            </a:extLst>
          </p:cNvPr>
          <p:cNvSpPr txBox="1"/>
          <p:nvPr/>
        </p:nvSpPr>
        <p:spPr>
          <a:xfrm>
            <a:off x="3748964" y="42722"/>
            <a:ext cx="44044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Garage Door Sensor Connections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C7B5E9E-FB37-8540-AC85-F00829384988}"/>
              </a:ext>
            </a:extLst>
          </p:cNvPr>
          <p:cNvSpPr/>
          <p:nvPr/>
        </p:nvSpPr>
        <p:spPr>
          <a:xfrm>
            <a:off x="2870891" y="3038930"/>
            <a:ext cx="248920" cy="231895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61AE41-F045-0243-8C33-BEF92973280A}"/>
              </a:ext>
            </a:extLst>
          </p:cNvPr>
          <p:cNvCxnSpPr>
            <a:cxnSpLocks/>
          </p:cNvCxnSpPr>
          <p:nvPr/>
        </p:nvCxnSpPr>
        <p:spPr>
          <a:xfrm>
            <a:off x="6213497" y="2330516"/>
            <a:ext cx="0" cy="1140889"/>
          </a:xfrm>
          <a:prstGeom prst="line">
            <a:avLst/>
          </a:prstGeom>
          <a:ln w="4445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F9F302D-BAB9-EA41-B818-ABFB9D9EDE23}"/>
              </a:ext>
            </a:extLst>
          </p:cNvPr>
          <p:cNvSpPr txBox="1"/>
          <p:nvPr/>
        </p:nvSpPr>
        <p:spPr>
          <a:xfrm>
            <a:off x="5230207" y="2670127"/>
            <a:ext cx="94736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Female jumper cables connect to GPIO Pins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E5C76A-F582-C442-A229-0CDDBE603753}"/>
              </a:ext>
            </a:extLst>
          </p:cNvPr>
          <p:cNvSpPr txBox="1"/>
          <p:nvPr/>
        </p:nvSpPr>
        <p:spPr>
          <a:xfrm>
            <a:off x="6247854" y="2678954"/>
            <a:ext cx="1044891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Solid copper wire connects to female jumper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4E1748-7DD6-8142-98EA-9D53B19C963A}"/>
              </a:ext>
            </a:extLst>
          </p:cNvPr>
          <p:cNvSpPr/>
          <p:nvPr/>
        </p:nvSpPr>
        <p:spPr>
          <a:xfrm>
            <a:off x="1082895" y="4843462"/>
            <a:ext cx="474446" cy="1469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Content Placeholder 4">
            <a:extLst>
              <a:ext uri="{FF2B5EF4-FFF2-40B4-BE49-F238E27FC236}">
                <a16:creationId xmlns:a16="http://schemas.microsoft.com/office/drawing/2014/main" id="{BDCDE8CE-C019-E343-902D-6C621DA7B1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967" t="54392" r="-494"/>
          <a:stretch/>
        </p:blipFill>
        <p:spPr>
          <a:xfrm>
            <a:off x="6202414" y="3975365"/>
            <a:ext cx="5691352" cy="254377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C6CBD9C-F092-39E0-CECB-BD9FBF1B67B5}"/>
              </a:ext>
            </a:extLst>
          </p:cNvPr>
          <p:cNvSpPr txBox="1"/>
          <p:nvPr/>
        </p:nvSpPr>
        <p:spPr>
          <a:xfrm>
            <a:off x="7998937" y="3975366"/>
            <a:ext cx="3290364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Distance between magnets needs to be at least 2mm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1A91F2-1AE1-9DA3-76DC-13BA6B9D4F84}"/>
              </a:ext>
            </a:extLst>
          </p:cNvPr>
          <p:cNvCxnSpPr>
            <a:cxnSpLocks/>
          </p:cNvCxnSpPr>
          <p:nvPr/>
        </p:nvCxnSpPr>
        <p:spPr>
          <a:xfrm flipH="1">
            <a:off x="7998937" y="4706108"/>
            <a:ext cx="472250" cy="656985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5549B6D-EBB7-31FA-1E97-E1A68DAC6A5E}"/>
              </a:ext>
            </a:extLst>
          </p:cNvPr>
          <p:cNvSpPr txBox="1"/>
          <p:nvPr/>
        </p:nvSpPr>
        <p:spPr>
          <a:xfrm>
            <a:off x="8752873" y="5902552"/>
            <a:ext cx="288514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Magnet connected to trolley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739D09F-EAF2-9567-2526-C5764FDA6BE2}"/>
              </a:ext>
            </a:extLst>
          </p:cNvPr>
          <p:cNvCxnSpPr>
            <a:cxnSpLocks/>
          </p:cNvCxnSpPr>
          <p:nvPr/>
        </p:nvCxnSpPr>
        <p:spPr>
          <a:xfrm flipH="1" flipV="1">
            <a:off x="8283400" y="5711526"/>
            <a:ext cx="500772" cy="222302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259842-B32D-97F6-6E7B-58A3521148BC}"/>
              </a:ext>
            </a:extLst>
          </p:cNvPr>
          <p:cNvSpPr txBox="1"/>
          <p:nvPr/>
        </p:nvSpPr>
        <p:spPr>
          <a:xfrm>
            <a:off x="2997113" y="3169643"/>
            <a:ext cx="1412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Connect to GPIO 24</a:t>
            </a:r>
          </a:p>
        </p:txBody>
      </p:sp>
    </p:spTree>
    <p:extLst>
      <p:ext uri="{BB962C8B-B14F-4D97-AF65-F5344CB8AC3E}">
        <p14:creationId xmlns:p14="http://schemas.microsoft.com/office/powerpoint/2010/main" val="126669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</TotalTime>
  <Words>88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piro</dc:creator>
  <cp:lastModifiedBy>ken piro</cp:lastModifiedBy>
  <cp:revision>98</cp:revision>
  <dcterms:created xsi:type="dcterms:W3CDTF">2019-10-11T03:39:59Z</dcterms:created>
  <dcterms:modified xsi:type="dcterms:W3CDTF">2024-11-20T04:53:39Z</dcterms:modified>
</cp:coreProperties>
</file>